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31dda1a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31dda1a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31dda1a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31dda1a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31dda1a6a_1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31dda1a6a_1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31dda1a6a_16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31dda1a6a_1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31dda1a6a_16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31dda1a6a_1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31dda1a6a_16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31dda1a6a_1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31dda1a6a_16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31dda1a6a_16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aptura desde 2025-07-14 19-46-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75" y="174075"/>
            <a:ext cx="8369199" cy="8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Captura desde 2025-07-14 19-47-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2775" y="1051050"/>
            <a:ext cx="24098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Captura desde 2025-07-14 19-53-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5325" y="2108000"/>
            <a:ext cx="7324725" cy="22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Captura desde 2025-07-15 19-44-1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600" y="1051050"/>
            <a:ext cx="3177125" cy="7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Captura desde 2025-07-15 19-44-2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0225" y="1176525"/>
            <a:ext cx="16192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470750" y="4180400"/>
            <a:ext cx="3147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Hablar sobre los generadores de grupo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title="Captura desde 2025-07-14 19-54-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07175"/>
            <a:ext cx="8847075" cy="28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3931450" cy="198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5026050" y="320825"/>
            <a:ext cx="33765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Campo y potencial de Higgs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931450" cy="19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Captura desde 2025-07-14 19-57-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225" y="323175"/>
            <a:ext cx="36195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Captura desde 2025-07-14 19-58-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3225" y="1231775"/>
            <a:ext cx="36195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Captura desde 2025-07-14 19-58-1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3100" y="2319975"/>
            <a:ext cx="41243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Captura desde 2025-07-14 19-59-0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938" y="3327150"/>
            <a:ext cx="785812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Captura desde 2025-07-14 19-59-4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43275" y="4135800"/>
            <a:ext cx="2534744" cy="7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 title="Captura desde 2025-07-14 20-01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66737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Captura desde 2025-07-14 20-01-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66975"/>
            <a:ext cx="6028846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Captura desde 2025-07-14 19-59-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6100" y="1033000"/>
            <a:ext cx="2534744" cy="76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6110150" y="1933275"/>
            <a:ext cx="2625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Estos son los estados de masa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 title="Captura desde 2025-07-14 20-02-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704" y="347529"/>
            <a:ext cx="7351250" cy="41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 title="Captura desde 2025-07-14 20-03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14475" cy="40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 title="Captura desde 2025-07-14 20-03-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052351" cy="47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 title="Captura desde 2025-07-14 20-04-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406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